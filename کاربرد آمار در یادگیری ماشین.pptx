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4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1869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472415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998710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4116114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72081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51048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94802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571469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26981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6261960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7835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7232901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67735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453098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2529847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3252252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275FFB-7340-478F-AAAA-9E13DB5CAE84}" type="datetimeFigureOut">
              <a:rPr lang="fa-IR" smtClean="0"/>
              <a:t>24/05/1447</a:t>
            </a:fld>
            <a:endParaRPr lang="fa-I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a-I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8FE38EF-F915-415C-924F-58F5801A61A5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801177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39853-203A-7137-7AA7-8D9797F64B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cs typeface="B Yas" panose="00000400000000000000" pitchFamily="2" charset="-78"/>
              </a:rPr>
              <a:t>کاربرد آمار در یادگیری ماشین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80BFA2-41B8-840D-6156-3BE1433060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a-IR" sz="3600" dirty="0">
                <a:cs typeface="B Yas" panose="00000400000000000000" pitchFamily="2" charset="-78"/>
              </a:rPr>
              <a:t>محمد حسین زارعی</a:t>
            </a:r>
          </a:p>
        </p:txBody>
      </p:sp>
    </p:spTree>
    <p:extLst>
      <p:ext uri="{BB962C8B-B14F-4D97-AF65-F5344CB8AC3E}">
        <p14:creationId xmlns:p14="http://schemas.microsoft.com/office/powerpoint/2010/main" val="4119249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709F-0DA6-1E0B-51E7-CB599955D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مقدمه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AA54C-C2A4-2693-C167-347810678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3E2D70-D526-50CD-066C-8710326C2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39" y="2175070"/>
            <a:ext cx="9158210" cy="2752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5836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9EB7-11A0-E30F-926F-DD78940AC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کاربرد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CC9773-02F8-2461-16CD-C3A8D5336C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757" y="2108719"/>
            <a:ext cx="8596312" cy="21914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6815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52CDB-0D14-2EAA-9244-A7B323F9D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2B1F0A-A6E7-A13F-5E65-356423278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957804"/>
            <a:ext cx="8596312" cy="18993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1473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6F2A1-2903-3A62-C540-83814F6D3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19BA5-304D-4866-FA74-E65729609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DD82DB-9AE8-38F3-B43B-0FBDF5B22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33" y="2160589"/>
            <a:ext cx="8596668" cy="2470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110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661C4-94BC-1C52-D92C-A74AA7741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انواع یادگیری در ماشین </a:t>
            </a:r>
            <a:r>
              <a:rPr lang="fa-IR" dirty="0" err="1"/>
              <a:t>لرنینگ</a:t>
            </a:r>
            <a:endParaRPr lang="fa-I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C05E4B-616D-3A4D-3BB6-DC2DD7FC6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0578"/>
          <a:stretch/>
        </p:blipFill>
        <p:spPr>
          <a:xfrm>
            <a:off x="770996" y="2276668"/>
            <a:ext cx="8596312" cy="18217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998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3DA4-A9CE-E285-478E-61AA0BAD5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یادگیری با نظارت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B557B56-2954-1451-5A75-EA9FDA3508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9120" y="2174033"/>
            <a:ext cx="8596312" cy="2666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296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2E530-68CA-2A4B-97A4-8FCF8EF01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یادگیری بدون نظارت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AAB25A-F56C-81E3-988D-61300E813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63055" y="2631288"/>
            <a:ext cx="8596312" cy="132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84428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16FD-3CF8-7870-A536-F4F9F6A2A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err="1"/>
              <a:t>رگرسیون</a:t>
            </a:r>
            <a:r>
              <a:rPr lang="fa-IR" dirty="0"/>
              <a:t> خطی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2007531-5441-92C7-390B-312A345F9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781" y="2724539"/>
            <a:ext cx="8596312" cy="20443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66158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F0C-8E8B-DDA9-6D4B-ED87F073C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مقدار بهینه برای </a:t>
            </a:r>
            <a:r>
              <a:rPr lang="fa-IR" dirty="0" err="1"/>
              <a:t>رگرسیون</a:t>
            </a:r>
            <a:r>
              <a:rPr lang="fa-IR" dirty="0"/>
              <a:t> خطی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7C64CA-E63C-888A-C2FB-F4C071B89B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803301"/>
            <a:ext cx="8596312" cy="25960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5900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D9C24-00F2-5C7E-4487-23F0C5C49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 err="1"/>
              <a:t>رگرسیون</a:t>
            </a:r>
            <a:r>
              <a:rPr lang="fa-IR" dirty="0"/>
              <a:t> خطی </a:t>
            </a:r>
            <a:r>
              <a:rPr lang="fa-IR" dirty="0" err="1"/>
              <a:t>چندگانه</a:t>
            </a:r>
            <a:endParaRPr lang="fa-I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4F4D615-8C42-996D-1707-9B711E44C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1757" y="2287067"/>
            <a:ext cx="8596312" cy="22331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50A114-6745-76F3-7899-2F0972B5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757" y="4520253"/>
            <a:ext cx="8596312" cy="8830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222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85F60-1F03-6E59-EF35-37190B5ED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مقدار بهینه </a:t>
            </a:r>
            <a:r>
              <a:rPr lang="fa-IR" dirty="0" err="1"/>
              <a:t>رگرسیون</a:t>
            </a:r>
            <a:r>
              <a:rPr lang="fa-IR" dirty="0"/>
              <a:t> </a:t>
            </a:r>
            <a:r>
              <a:rPr lang="fa-IR" dirty="0" err="1"/>
              <a:t>چندگانه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31842-125E-075E-B957-12300C704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D7F146-D106-C04E-9171-E7D87A8B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2987576"/>
            <a:ext cx="8155488" cy="8828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27164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8F97-8557-10BF-3EF8-76CB11F44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97076E-55B3-DF48-4A59-79086DE9D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3788" y="2011298"/>
            <a:ext cx="6079282" cy="38814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6901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2854-94B2-FB6E-332F-3AACB190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4D894-5E92-A3C4-9F8E-8605F690C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ECE64-C61F-F409-4FB9-8EF13AA09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8793" y="2360839"/>
            <a:ext cx="3767036" cy="3480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3831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1C75-698D-63A7-15D0-89C2AC285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تابع </a:t>
            </a:r>
            <a:r>
              <a:rPr lang="fa-IR" dirty="0" err="1"/>
              <a:t>رگرسیون</a:t>
            </a:r>
            <a:r>
              <a:rPr lang="fa-IR" dirty="0"/>
              <a:t> </a:t>
            </a:r>
            <a:r>
              <a:rPr lang="fa-IR" dirty="0" err="1"/>
              <a:t>لجسیتک</a:t>
            </a:r>
            <a:endParaRPr lang="fa-IR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E2DA9B0-23D4-D0C0-A19A-657E85E16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9F4123-BC92-44BE-62DE-3CE28503C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80" y="2248678"/>
            <a:ext cx="7696985" cy="37926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186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58BE-55E3-BE64-C8EF-CF0222A10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BE83C-2A8B-B0A3-062D-DA7451690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210FB-55F7-D902-731A-F231E432E2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99"/>
          <a:stretch/>
        </p:blipFill>
        <p:spPr>
          <a:xfrm>
            <a:off x="1193628" y="2160588"/>
            <a:ext cx="8182502" cy="39559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23542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32D16-921C-7A9F-D1BF-80DC1C20B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نمودار تابع </a:t>
            </a:r>
            <a:r>
              <a:rPr lang="fa-IR" dirty="0" err="1"/>
              <a:t>لجستیک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F615F-ED02-F67B-321F-6AAFC7E77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4CFCB-4A69-9133-1874-68654CB87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719" y="2548183"/>
            <a:ext cx="7881379" cy="31055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0140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07B5-A774-737C-C37A-D23AE7ACE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تابع </a:t>
            </a:r>
            <a:r>
              <a:rPr lang="fa-IR" dirty="0" err="1"/>
              <a:t>گرادیان</a:t>
            </a:r>
            <a:endParaRPr lang="fa-I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0B5452C-4B77-ADC9-F5B3-F1F70BF1E5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796" y="2666893"/>
            <a:ext cx="7087589" cy="1524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84780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18C29-EBE7-0F54-CFF9-725F2AA3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a-IR" dirty="0"/>
              <a:t>یادگیری بدون نظارت – </a:t>
            </a:r>
            <a:r>
              <a:rPr lang="en-US" dirty="0"/>
              <a:t>k-means</a:t>
            </a:r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4CB08-E4DB-087A-3DA1-DEF428B1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0C1243-449B-1F03-FA20-8769D0E6D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763" y="3376605"/>
            <a:ext cx="352474" cy="1047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07F8C6-754C-FBC8-7C67-2E202B9F4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0589"/>
            <a:ext cx="11401201" cy="23419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27802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9EB14-06EE-520F-F7FA-D428D2CD4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3B35E-D786-41A9-7FB5-56C67B662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a-I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6AD8E1-FD80-AD8D-CF65-7C91D53AC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44" y="2160589"/>
            <a:ext cx="8695158" cy="30277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034456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316</TotalTime>
  <Words>48</Words>
  <Application>Microsoft Office PowerPoint</Application>
  <PresentationFormat>Widescreen</PresentationFormat>
  <Paragraphs>15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 Yas</vt:lpstr>
      <vt:lpstr>Trebuchet MS</vt:lpstr>
      <vt:lpstr>Wingdings 3</vt:lpstr>
      <vt:lpstr>Facet</vt:lpstr>
      <vt:lpstr>کاربرد آمار در یادگیری ماشین</vt:lpstr>
      <vt:lpstr>مقدمه </vt:lpstr>
      <vt:lpstr>کاربرد </vt:lpstr>
      <vt:lpstr>PowerPoint Presentation</vt:lpstr>
      <vt:lpstr>PowerPoint Presentation</vt:lpstr>
      <vt:lpstr>انواع یادگیری در ماشین لرنینگ</vt:lpstr>
      <vt:lpstr>یادگیری با نظارت</vt:lpstr>
      <vt:lpstr>یادگیری بدون نظارت </vt:lpstr>
      <vt:lpstr>رگرسیون خطی</vt:lpstr>
      <vt:lpstr>مقدار بهینه برای رگرسیون خطی</vt:lpstr>
      <vt:lpstr>رگرسیون خطی چندگانه</vt:lpstr>
      <vt:lpstr>مقدار بهینه رگرسیون چندگانه</vt:lpstr>
      <vt:lpstr>PowerPoint Presentation</vt:lpstr>
      <vt:lpstr>PowerPoint Presentation</vt:lpstr>
      <vt:lpstr>تابع رگرسیون لجسیتک</vt:lpstr>
      <vt:lpstr>PowerPoint Presentation</vt:lpstr>
      <vt:lpstr>نمودار تابع لجستیک</vt:lpstr>
      <vt:lpstr>تابع گرادیان</vt:lpstr>
      <vt:lpstr>یادگیری بدون نظارت – k-means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Markazi___PC</dc:creator>
  <cp:lastModifiedBy>Markazi___PC</cp:lastModifiedBy>
  <cp:revision>1</cp:revision>
  <dcterms:created xsi:type="dcterms:W3CDTF">2025-11-14T08:39:11Z</dcterms:created>
  <dcterms:modified xsi:type="dcterms:W3CDTF">2025-11-14T13:55:24Z</dcterms:modified>
</cp:coreProperties>
</file>