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1869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7241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9871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1161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2081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1048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9480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7146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2698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2619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7835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23290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735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5309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29847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522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75FFB-7340-478F-AAAA-9E13DB5CAE84}" type="datetimeFigureOut">
              <a:rPr lang="fa-IR" smtClean="0"/>
              <a:t>27/05/1447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011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9853-203A-7137-7AA7-8D9797F64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cs typeface="B Yas" panose="00000400000000000000" pitchFamily="2" charset="-78"/>
              </a:rPr>
              <a:t>کاربرد آمار در یادگیری ماشین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0BFA2-41B8-840D-6156-3BE143306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3600" dirty="0">
                <a:cs typeface="B Yas" panose="00000400000000000000" pitchFamily="2" charset="-78"/>
              </a:rPr>
              <a:t>محمد حسین زارعی</a:t>
            </a:r>
          </a:p>
        </p:txBody>
      </p:sp>
    </p:spTree>
    <p:extLst>
      <p:ext uri="{BB962C8B-B14F-4D97-AF65-F5344CB8AC3E}">
        <p14:creationId xmlns:p14="http://schemas.microsoft.com/office/powerpoint/2010/main" val="411924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709F-0DA6-1E0B-51E7-CB599955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مقدمه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A54C-C2A4-2693-C167-347810678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E2D70-D526-50CD-066C-8710326C2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39" y="2175070"/>
            <a:ext cx="9158210" cy="2752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583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9EB7-11A0-E30F-926F-DD78940A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کاربرد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C9773-02F8-2461-16CD-C3A8D5336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757" y="2108719"/>
            <a:ext cx="8596312" cy="2191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681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2CDB-0D14-2EAA-9244-A7B323F9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B1F0A-A6E7-A13F-5E65-356423278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957804"/>
            <a:ext cx="8596312" cy="1899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47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F2A1-2903-3A62-C540-83814F6D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9BA5-304D-4866-FA74-E6572960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D82DB-9AE8-38F3-B43B-0FBDF5B2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3" y="2160589"/>
            <a:ext cx="8596668" cy="2470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11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661C4-94BC-1C52-D92C-A74AA774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انواع یادگیری در ماشین </a:t>
            </a:r>
            <a:r>
              <a:rPr lang="fa-IR" dirty="0" err="1"/>
              <a:t>لرنینگ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05E4B-616D-3A4D-3BB6-DC2DD7FC6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578"/>
          <a:stretch/>
        </p:blipFill>
        <p:spPr>
          <a:xfrm>
            <a:off x="770996" y="2276668"/>
            <a:ext cx="8596312" cy="1821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9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3DA4-A9CE-E285-478E-61AA0BAD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با نظارت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557B56-2954-1451-5A75-EA9FDA350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120" y="2174033"/>
            <a:ext cx="8596312" cy="2666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296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E530-68CA-2A4B-97A4-8FCF8EF0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بدون نظارت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AAB25A-F56C-81E3-988D-61300E813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055" y="2631288"/>
            <a:ext cx="8596312" cy="132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442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16FD-3CF8-7870-A536-F4F9F6A2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err="1"/>
              <a:t>رگرسیون</a:t>
            </a:r>
            <a:r>
              <a:rPr lang="fa-IR" dirty="0"/>
              <a:t> خطی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007531-5441-92C7-390B-312A345F9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781" y="2724539"/>
            <a:ext cx="8596312" cy="2044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615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F0C-8E8B-DDA9-6D4B-ED87F073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مقدار بهینه برای </a:t>
            </a:r>
            <a:r>
              <a:rPr lang="fa-IR" dirty="0" err="1"/>
              <a:t>رگرسیون</a:t>
            </a:r>
            <a:r>
              <a:rPr lang="fa-IR" dirty="0"/>
              <a:t> خطی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C64CA-E63C-888A-C2FB-F4C071B89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803301"/>
            <a:ext cx="8596312" cy="2596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90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C24-00F2-5C7E-4487-23F0C5C4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err="1"/>
              <a:t>رگرسیون</a:t>
            </a:r>
            <a:r>
              <a:rPr lang="fa-IR" dirty="0"/>
              <a:t> خطی </a:t>
            </a:r>
            <a:r>
              <a:rPr lang="fa-IR" dirty="0" err="1"/>
              <a:t>چندگانه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F4D615-8C42-996D-1707-9B711E44C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757" y="2287067"/>
            <a:ext cx="8596312" cy="2233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0A114-6745-76F3-7899-2F0972B5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57" y="4520253"/>
            <a:ext cx="8596312" cy="883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22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5F60-1F03-6E59-EF35-37190B5E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مقدار بهینه </a:t>
            </a:r>
            <a:r>
              <a:rPr lang="fa-IR" dirty="0" err="1"/>
              <a:t>رگرسیون</a:t>
            </a:r>
            <a:r>
              <a:rPr lang="fa-IR" dirty="0"/>
              <a:t> </a:t>
            </a:r>
            <a:r>
              <a:rPr lang="fa-IR" dirty="0" err="1"/>
              <a:t>چندگانه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1842-125E-075E-B957-12300C70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7F146-D106-C04E-9171-E7D87A8B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87576"/>
            <a:ext cx="8155488" cy="882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716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8F97-8557-10BF-3EF8-76CB11F4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97076E-55B3-DF48-4A59-79086DE9D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788" y="2011298"/>
            <a:ext cx="6079282" cy="3881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690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2854-94B2-FB6E-332F-3AACB190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D894-5E92-A3C4-9F8E-8605F690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ECE64-C61F-F409-4FB9-8EF13AA0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93" y="2360839"/>
            <a:ext cx="3767036" cy="3480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383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1C75-698D-63A7-15D0-89C2AC28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تابع </a:t>
            </a:r>
            <a:r>
              <a:rPr lang="fa-IR" dirty="0" err="1"/>
              <a:t>رگرسیون</a:t>
            </a:r>
            <a:r>
              <a:rPr lang="fa-IR" dirty="0"/>
              <a:t> </a:t>
            </a:r>
            <a:r>
              <a:rPr lang="fa-IR" dirty="0" err="1"/>
              <a:t>لجسیتک</a:t>
            </a:r>
            <a:endParaRPr lang="fa-I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2DA9B0-23D4-D0C0-A19A-657E85E16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9F4123-BC92-44BE-62DE-3CE28503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80" y="2248678"/>
            <a:ext cx="7696985" cy="3792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8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58BE-55E3-BE64-C8EF-CF0222A1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E83C-2A8B-B0A3-062D-DA7451690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210FB-55F7-D902-731A-F231E432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9"/>
          <a:stretch/>
        </p:blipFill>
        <p:spPr>
          <a:xfrm>
            <a:off x="1193628" y="2160588"/>
            <a:ext cx="8182502" cy="3955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3542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2D16-921C-7A9F-D1BF-80DC1C20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نمودار تابع </a:t>
            </a:r>
            <a:r>
              <a:rPr lang="fa-IR" dirty="0" err="1"/>
              <a:t>لجستیک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F615F-ED02-F67B-321F-6AAFC7E77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4CFCB-4A69-9133-1874-68654CB87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19" y="2548183"/>
            <a:ext cx="7881379" cy="3105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014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07B5-A774-737C-C37A-D23AE7AC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تابع </a:t>
            </a:r>
            <a:r>
              <a:rPr lang="fa-IR" dirty="0" err="1"/>
              <a:t>گرادیان</a:t>
            </a:r>
            <a:r>
              <a:rPr lang="fa-IR" dirty="0"/>
              <a:t> </a:t>
            </a:r>
            <a:r>
              <a:rPr lang="fa-IR" dirty="0" err="1"/>
              <a:t>رگرسیون</a:t>
            </a:r>
            <a:r>
              <a:rPr lang="fa-IR" dirty="0"/>
              <a:t> </a:t>
            </a:r>
            <a:r>
              <a:rPr lang="fa-IR" dirty="0" err="1"/>
              <a:t>لجستیک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B5452C-4B77-ADC9-F5B3-F1F70BF1E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796" y="2666893"/>
            <a:ext cx="7087589" cy="1524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478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8C29-EBE7-0F54-CFF9-725F2AA3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بدون نظارت – </a:t>
            </a:r>
            <a:r>
              <a:rPr lang="en-US" dirty="0"/>
              <a:t>k-means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CB08-E4DB-087A-3DA1-DEF428B1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C1243-449B-1F03-FA20-8769D0E6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63" y="3376605"/>
            <a:ext cx="352474" cy="104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7F8C6-754C-FBC8-7C67-2E202B9F4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0589"/>
            <a:ext cx="11401201" cy="2341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802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EB14-06EE-520F-F7FA-D428D2CD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3B35E-D786-41A9-7FB5-56C67B66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FBB03-7420-C122-5616-B56B2952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8" y="1930400"/>
            <a:ext cx="9107878" cy="32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445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345</TotalTime>
  <Words>50</Words>
  <Application>Microsoft Office PowerPoint</Application>
  <PresentationFormat>Widescreen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 Yas</vt:lpstr>
      <vt:lpstr>Trebuchet MS</vt:lpstr>
      <vt:lpstr>Wingdings 3</vt:lpstr>
      <vt:lpstr>Facet</vt:lpstr>
      <vt:lpstr>کاربرد آمار در یادگیری ماشین</vt:lpstr>
      <vt:lpstr>مقدمه </vt:lpstr>
      <vt:lpstr>کاربرد </vt:lpstr>
      <vt:lpstr>PowerPoint Presentation</vt:lpstr>
      <vt:lpstr>PowerPoint Presentation</vt:lpstr>
      <vt:lpstr>انواع یادگیری در ماشین لرنینگ</vt:lpstr>
      <vt:lpstr>یادگیری با نظارت</vt:lpstr>
      <vt:lpstr>یادگیری بدون نظارت </vt:lpstr>
      <vt:lpstr>رگرسیون خطی</vt:lpstr>
      <vt:lpstr>مقدار بهینه برای رگرسیون خطی</vt:lpstr>
      <vt:lpstr>رگرسیون خطی چندگانه</vt:lpstr>
      <vt:lpstr>مقدار بهینه رگرسیون چندگانه</vt:lpstr>
      <vt:lpstr>PowerPoint Presentation</vt:lpstr>
      <vt:lpstr>PowerPoint Presentation</vt:lpstr>
      <vt:lpstr>تابع رگرسیون لجسیتک</vt:lpstr>
      <vt:lpstr>PowerPoint Presentation</vt:lpstr>
      <vt:lpstr>نمودار تابع لجستیک</vt:lpstr>
      <vt:lpstr>تابع گرادیان رگرسیون لجستیک</vt:lpstr>
      <vt:lpstr>یادگیری بدون نظارت – k-means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Markazi___PC</dc:creator>
  <cp:lastModifiedBy>Markazi___PC</cp:lastModifiedBy>
  <cp:revision>2</cp:revision>
  <dcterms:created xsi:type="dcterms:W3CDTF">2025-11-14T08:39:11Z</dcterms:created>
  <dcterms:modified xsi:type="dcterms:W3CDTF">2025-11-17T15:58:06Z</dcterms:modified>
</cp:coreProperties>
</file>